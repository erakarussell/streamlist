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48" r:id="rId1"/>
  </p:sldMasterIdLst>
  <p:notesMasterIdLst>
    <p:notesMasterId r:id="rId11"/>
  </p:notesMasterIdLst>
  <p:sldIdLst>
    <p:sldId id="256" r:id="rId2"/>
    <p:sldId id="277" r:id="rId3"/>
    <p:sldId id="257" r:id="rId4"/>
    <p:sldId id="271" r:id="rId5"/>
    <p:sldId id="272" r:id="rId6"/>
    <p:sldId id="273" r:id="rId7"/>
    <p:sldId id="274" r:id="rId8"/>
    <p:sldId id="275" r:id="rId9"/>
    <p:sldId id="27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39"/>
    <p:restoredTop sz="94658"/>
  </p:normalViewPr>
  <p:slideViewPr>
    <p:cSldViewPr snapToGrid="0">
      <p:cViewPr>
        <p:scale>
          <a:sx n="90" d="100"/>
          <a:sy n="90" d="100"/>
        </p:scale>
        <p:origin x="41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FFE222-71E5-6943-8879-3B492DAE81C5}" type="datetimeFigureOut">
              <a:rPr lang="en-US" smtClean="0"/>
              <a:t>8/16/26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E757B8-0252-F04B-A3D2-36B18B10BAC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772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E757B8-0252-F04B-A3D2-36B18B10BAC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92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E2862-E136-5CCF-8F27-CD83BC115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99AE43-3DA7-B20D-9BB7-13875F6655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E9E382-BA29-252B-7327-F8BBCDE6A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77212-DAC5-DB31-5707-060BB0F936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E757B8-0252-F04B-A3D2-36B18B10BAC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910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4B1F6-74C1-DED1-7290-C042FFA3C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2F04EC-C7DD-7F3B-1BF2-D0481EAC5C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B4A16A-CA18-5713-1158-149359F1C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DB09E-DDC2-BACF-BC19-74CE3163EF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E757B8-0252-F04B-A3D2-36B18B10BAC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0379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1FD88-0F07-87E0-B49E-5C6178785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6D9D51-6302-1738-1769-C8A82C4816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32322D-ECD9-EE01-6152-5B32EC909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843A1-3CDF-2A94-730B-61761F1EE6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E757B8-0252-F04B-A3D2-36B18B10BAC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76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17F98-C9FD-8222-1C98-2115B2FD8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D6620-AE0C-AD2C-8BF3-BF9C411D2A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CC0E5D-FD0E-733C-456D-5AB6AF435F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D92ED-8FD3-335B-A20F-617742E502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E757B8-0252-F04B-A3D2-36B18B10BAC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7023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4E7DF-93D9-9B77-5C8A-A35C7B1FD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ABDA35-4C6A-F66C-77D9-B622728018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337CA6-C2EE-1508-487D-891718225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6840A7-00F1-0F5C-9B35-58E5C5D980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E757B8-0252-F04B-A3D2-36B18B10BAC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4289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1F9E3-A7B1-C866-DD9A-37DFE09BF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104D35-51A7-F686-2AA9-803C2872D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F77C80-6549-FD89-6BD0-B77D37032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A2F9BD-32B0-C639-6B3A-C2566223E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E757B8-0252-F04B-A3D2-36B18B10BAC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05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C4B58-4A92-03A2-06E9-5F2C447D15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67E45C-66A6-740E-53C8-39D2F2E86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BCFDF-6D02-931E-1EB8-44BAF4FE0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E00DB-8C1D-8C45-8686-9D47FB530DF9}" type="datetimeFigureOut">
              <a:rPr lang="en-US" smtClean="0"/>
              <a:t>8/16/26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8F542-2C87-C12B-78DA-3C5180E93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5F905-6238-DDBD-C348-795434634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38471-F4FF-574C-A519-6A03ADF524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94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B6456-A835-6BA2-7629-EA8360389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910C5-99C1-DA87-990B-5DD02FE9A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C135B-EE76-AF0D-9F6D-D7AC1DADB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E00DB-8C1D-8C45-8686-9D47FB530DF9}" type="datetimeFigureOut">
              <a:rPr lang="en-US" smtClean="0"/>
              <a:t>8/16/26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D8964-27CC-E0CC-7E7B-C20993F9C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3EB78-551D-15A4-F007-5F495BA4C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38471-F4FF-574C-A519-6A03ADF524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744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53A9A-9C26-8D70-6E87-EA8A3A121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F689B-13CF-9019-6109-CFDAB281A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7683F-C78A-E5F8-A13F-B3C2DC679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E00DB-8C1D-8C45-8686-9D47FB530DF9}" type="datetimeFigureOut">
              <a:rPr lang="en-US" smtClean="0"/>
              <a:t>8/16/26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BA831-DE61-7A76-8D03-47BDD6E8E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4C0B2-6D2E-8610-006A-FE5930F76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38471-F4FF-574C-A519-6A03ADF524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370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0697A-0EA3-EFC9-C998-358A1AC86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A5F03-4082-2059-32B8-3D0B2924D1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D83C0E-7675-41C9-BCC9-36A5B579D8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903558-2C8C-DF51-8889-E3091CB83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E00DB-8C1D-8C45-8686-9D47FB530DF9}" type="datetimeFigureOut">
              <a:rPr lang="en-US" smtClean="0"/>
              <a:t>8/16/26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A75A3B-EB10-37B1-47A5-E13E60D95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AEA5B8-EE2E-A41D-44AF-B1D5454DD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38471-F4FF-574C-A519-6A03ADF524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256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47631-701E-D3F8-531C-AEC60796E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B217B-F4BC-A12D-8360-33B1102E4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5BFB15-C253-43C1-4335-965B90ECE2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A8D73F-DB0E-1563-31B0-34B7F23A83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CE5A52-8227-D81C-829C-FA157FD234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E54F69-0F9E-1898-2416-7798D9B4A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E00DB-8C1D-8C45-8686-9D47FB530DF9}" type="datetimeFigureOut">
              <a:rPr lang="en-US" smtClean="0"/>
              <a:t>8/16/26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036362-6CD7-B47F-D104-55CF30177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8096B6-1EF7-A1E5-B5E2-5E7A90573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38471-F4FF-574C-A519-6A03ADF524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475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5A08A-31A4-C9FB-A00D-0B76C8892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BFE486-FD37-98E4-E128-C3A65FD91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E00DB-8C1D-8C45-8686-9D47FB530DF9}" type="datetimeFigureOut">
              <a:rPr lang="en-US" smtClean="0"/>
              <a:t>8/16/26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77EA1B-AF43-F9C2-5067-EA37B9DC0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4F19C2-9999-783E-E220-78DC44E39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38471-F4FF-574C-A519-6A03ADF524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559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D14FC7-9440-1DCC-DF87-6E9BF02AF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E00DB-8C1D-8C45-8686-9D47FB530DF9}" type="datetimeFigureOut">
              <a:rPr lang="en-US" smtClean="0"/>
              <a:t>8/16/26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D8550D-F533-C09E-1937-909D4F2D2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9C233-DAAB-88A2-98C0-020EAF89C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38471-F4FF-574C-A519-6A03ADF524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19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BF69F-A72E-E768-0DB8-1BFCA51B9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9F7E5-B71A-D9B7-488F-1E05C73F5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D6BB05-CB47-2C6D-84D1-3339693F9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5881EA-A593-575F-578C-3D282EF0A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E00DB-8C1D-8C45-8686-9D47FB530DF9}" type="datetimeFigureOut">
              <a:rPr lang="en-US" smtClean="0"/>
              <a:t>8/16/26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D0C710-9D09-91C8-34BC-12488A87F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E62E89-FF34-B8CB-147F-F6D75DD9F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38471-F4FF-574C-A519-6A03ADF524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74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B5E3E-5517-D40C-BBA4-A683D2FE5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9FF8C2-3E83-517F-A4F5-6C723DE217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06C01C-A9EE-45D5-DF86-4AFDE323C3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D65A03-DB7B-0461-51FA-F7C604407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E00DB-8C1D-8C45-8686-9D47FB530DF9}" type="datetimeFigureOut">
              <a:rPr lang="en-US" smtClean="0"/>
              <a:t>8/16/26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68FBCE-BC7A-3E8E-9135-19459949A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F5F3B7-58C6-92A4-E84A-9E9EB2AA2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38471-F4FF-574C-A519-6A03ADF524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935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EB098-A1AE-C32E-DBD1-1AFEF6A2B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CB9D63-342A-F4E3-3102-7A49EA95A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B2610-01FF-3D23-93EB-C52AA8AE3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E00DB-8C1D-8C45-8686-9D47FB530DF9}" type="datetimeFigureOut">
              <a:rPr lang="en-US" smtClean="0"/>
              <a:t>8/16/26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2098E-0F5B-B37C-4147-57E30293F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35B00-A299-195C-DE16-D4619E8B6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38471-F4FF-574C-A519-6A03ADF524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624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60F60D-5605-3004-DEBF-3C2DA1ED5B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AA2BE2-B9C3-3634-C437-FF55586D3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25F98-01D5-E53F-44BC-FD2E4DE1A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E00DB-8C1D-8C45-8686-9D47FB530DF9}" type="datetimeFigureOut">
              <a:rPr lang="en-US" smtClean="0"/>
              <a:t>8/16/26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3A4E7-DBD6-D844-C0DF-A5921297D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67D45-B8C1-126D-4F8A-DE95A0DF6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38471-F4FF-574C-A519-6A03ADF524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616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43E235-A5A4-F8BB-238F-EF80A8F13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9DC9A-82AE-6526-B1EA-ADE362EBF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19C6B-6296-9D45-CD84-9D09D08954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8E00DB-8C1D-8C45-8686-9D47FB530DF9}" type="datetimeFigureOut">
              <a:rPr lang="en-US" smtClean="0"/>
              <a:t>8/16/26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87984-752A-EA95-CCE3-E1B802F60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A6D3F-C925-41DA-B167-8C2C6EAAEE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B38471-F4FF-574C-A519-6A03ADF524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895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B1D23-DFE9-4489-13A0-EBF70BB8B4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6277" y="1339311"/>
            <a:ext cx="6959446" cy="1759226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EZTechMovie StreamList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Program Design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Gantt Chart &amp; Wireframes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8F384F-951E-3899-120F-BCAFC28273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5771" y="3501570"/>
            <a:ext cx="6647543" cy="2057400"/>
          </a:xfrm>
        </p:spPr>
        <p:txBody>
          <a:bodyPr>
            <a:normAutofit fontScale="70000" lnSpcReduction="20000"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Eraka Russell &amp; Charles Trayes Jr.</a:t>
            </a:r>
          </a:p>
          <a:p>
            <a:pPr>
              <a:lnSpc>
                <a:spcPct val="9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The University of Arizona Global Campus</a:t>
            </a:r>
          </a:p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INT499: Capstone for Information Technology</a:t>
            </a:r>
          </a:p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Instructor:</a:t>
            </a:r>
            <a:r>
              <a:rPr lang="en-US" sz="3300" b="1" dirty="0">
                <a:latin typeface="Arial" panose="020B0604020202020204" pitchFamily="34" charset="0"/>
                <a:cs typeface="Arial" panose="020B0604020202020204" pitchFamily="34" charset="0"/>
              </a:rPr>
              <a:t> Amine Dehmani </a:t>
            </a:r>
          </a:p>
          <a:p>
            <a:pPr>
              <a:lnSpc>
                <a:spcPct val="9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August 17, 2026</a:t>
            </a:r>
          </a:p>
          <a:p>
            <a:pPr>
              <a:lnSpc>
                <a:spcPct val="90000"/>
              </a:lnSpc>
            </a:pP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083007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265E55-F4D9-159E-0962-43CE4188A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6" y="928670"/>
            <a:ext cx="9686924" cy="45434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29D988-6CBE-1813-1F2F-C8F221971CA5}"/>
              </a:ext>
            </a:extLst>
          </p:cNvPr>
          <p:cNvSpPr txBox="1"/>
          <p:nvPr/>
        </p:nvSpPr>
        <p:spPr>
          <a:xfrm>
            <a:off x="1185858" y="5557834"/>
            <a:ext cx="19832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Figure 1. Project Gantt Chart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F189DE-ADFC-EAE2-FCF7-29F606F28807}"/>
              </a:ext>
            </a:extLst>
          </p:cNvPr>
          <p:cNvSpPr txBox="1"/>
          <p:nvPr/>
        </p:nvSpPr>
        <p:spPr>
          <a:xfrm>
            <a:off x="1185826" y="6057900"/>
            <a:ext cx="8201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Gantt chart illustrates the project schedule, task durations, dependencies, and responsibilities assigned to each team member.</a:t>
            </a:r>
          </a:p>
        </p:txBody>
      </p:sp>
    </p:spTree>
    <p:extLst>
      <p:ext uri="{BB962C8B-B14F-4D97-AF65-F5344CB8AC3E}">
        <p14:creationId xmlns:p14="http://schemas.microsoft.com/office/powerpoint/2010/main" val="161658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E60347F-6B90-D37A-1293-5B38808D4914}"/>
              </a:ext>
            </a:extLst>
          </p:cNvPr>
          <p:cNvSpPr/>
          <p:nvPr/>
        </p:nvSpPr>
        <p:spPr>
          <a:xfrm>
            <a:off x="3364770" y="976811"/>
            <a:ext cx="4327797" cy="6095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STREAMLIST</a:t>
            </a:r>
            <a:endParaRPr lang="en-US" sz="4000" dirty="0">
              <a:ln>
                <a:solidFill>
                  <a:sysClr val="windowText" lastClr="000000"/>
                </a:solidFill>
              </a:ln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7D45AB-7CDC-CB8C-2257-13F41EDD986D}"/>
              </a:ext>
            </a:extLst>
          </p:cNvPr>
          <p:cNvSpPr/>
          <p:nvPr/>
        </p:nvSpPr>
        <p:spPr>
          <a:xfrm>
            <a:off x="1841868" y="4831864"/>
            <a:ext cx="1074421" cy="3693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Log In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B89808-D0F4-1287-9347-5DF9F3D47635}"/>
              </a:ext>
            </a:extLst>
          </p:cNvPr>
          <p:cNvSpPr/>
          <p:nvPr/>
        </p:nvSpPr>
        <p:spPr>
          <a:xfrm>
            <a:off x="1081313" y="5511856"/>
            <a:ext cx="2042161" cy="3693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Forgot Password?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2EDC1AD-980A-993D-0341-212364BA0D64}"/>
              </a:ext>
            </a:extLst>
          </p:cNvPr>
          <p:cNvSpPr/>
          <p:nvPr/>
        </p:nvSpPr>
        <p:spPr>
          <a:xfrm>
            <a:off x="1066799" y="6187977"/>
            <a:ext cx="1813561" cy="3693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Create Account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C3C2F0-3C6C-950F-4921-ADABA15781E7}"/>
              </a:ext>
            </a:extLst>
          </p:cNvPr>
          <p:cNvSpPr/>
          <p:nvPr/>
        </p:nvSpPr>
        <p:spPr>
          <a:xfrm>
            <a:off x="1104539" y="2846136"/>
            <a:ext cx="2263139" cy="3393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D295805-1E66-4C7E-0C83-D707B93D4880}"/>
              </a:ext>
            </a:extLst>
          </p:cNvPr>
          <p:cNvSpPr/>
          <p:nvPr/>
        </p:nvSpPr>
        <p:spPr>
          <a:xfrm>
            <a:off x="1111799" y="4232252"/>
            <a:ext cx="2263139" cy="3393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290F0A-909B-F024-55D4-965449536433}"/>
              </a:ext>
            </a:extLst>
          </p:cNvPr>
          <p:cNvSpPr txBox="1"/>
          <p:nvPr/>
        </p:nvSpPr>
        <p:spPr>
          <a:xfrm>
            <a:off x="6308290" y="6458861"/>
            <a:ext cx="5790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Navigation:</a:t>
            </a:r>
            <a:r>
              <a:rPr lang="en-US" sz="14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Successful login directs the user to the Home Dashboard</a:t>
            </a:r>
            <a:r>
              <a:rPr lang="en-US" dirty="0"/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0CBE6B-6AE1-BEB3-B566-C2529F0D1EDB}"/>
              </a:ext>
            </a:extLst>
          </p:cNvPr>
          <p:cNvSpPr txBox="1"/>
          <p:nvPr/>
        </p:nvSpPr>
        <p:spPr>
          <a:xfrm>
            <a:off x="4673597" y="130632"/>
            <a:ext cx="2859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Wireframe 1 – Login Screen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4763E0-B4C8-8F60-CC1E-AFB29A4D2776}"/>
              </a:ext>
            </a:extLst>
          </p:cNvPr>
          <p:cNvSpPr txBox="1"/>
          <p:nvPr/>
        </p:nvSpPr>
        <p:spPr>
          <a:xfrm>
            <a:off x="1066799" y="2220686"/>
            <a:ext cx="1842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Email Address: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698AF69-E76E-1752-5BFF-59F22DC2C40D}"/>
              </a:ext>
            </a:extLst>
          </p:cNvPr>
          <p:cNvSpPr txBox="1"/>
          <p:nvPr/>
        </p:nvSpPr>
        <p:spPr>
          <a:xfrm>
            <a:off x="1066799" y="3672115"/>
            <a:ext cx="1469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Password:</a:t>
            </a:r>
          </a:p>
        </p:txBody>
      </p:sp>
    </p:spTree>
    <p:extLst>
      <p:ext uri="{BB962C8B-B14F-4D97-AF65-F5344CB8AC3E}">
        <p14:creationId xmlns:p14="http://schemas.microsoft.com/office/powerpoint/2010/main" val="25902472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462674-693B-2BD6-E97D-E76568519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A016E78-C6E1-EEED-95D3-7F59B159CC91}"/>
              </a:ext>
            </a:extLst>
          </p:cNvPr>
          <p:cNvSpPr/>
          <p:nvPr/>
        </p:nvSpPr>
        <p:spPr>
          <a:xfrm>
            <a:off x="1640113" y="802643"/>
            <a:ext cx="9027885" cy="4956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ln>
                <a:solidFill>
                  <a:sysClr val="windowText" lastClr="000000"/>
                </a:solidFill>
              </a:ln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C85308-4EA1-E8DA-CCBE-6D9F1ACE4C97}"/>
              </a:ext>
            </a:extLst>
          </p:cNvPr>
          <p:cNvSpPr/>
          <p:nvPr/>
        </p:nvSpPr>
        <p:spPr>
          <a:xfrm>
            <a:off x="6614380" y="2059992"/>
            <a:ext cx="1074421" cy="3374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Search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853FBF6-94DB-987B-DED1-55079444CE03}"/>
              </a:ext>
            </a:extLst>
          </p:cNvPr>
          <p:cNvSpPr/>
          <p:nvPr/>
        </p:nvSpPr>
        <p:spPr>
          <a:xfrm>
            <a:off x="1104539" y="2058063"/>
            <a:ext cx="5180147" cy="3374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78747FB-9698-3B47-FF4F-49D643898AD2}"/>
              </a:ext>
            </a:extLst>
          </p:cNvPr>
          <p:cNvSpPr txBox="1"/>
          <p:nvPr/>
        </p:nvSpPr>
        <p:spPr>
          <a:xfrm>
            <a:off x="4412342" y="130632"/>
            <a:ext cx="3931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Wireframe 2 – Home Dashboard Part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ABCD4C-CE97-D959-8962-9721DC7C8C74}"/>
              </a:ext>
            </a:extLst>
          </p:cNvPr>
          <p:cNvSpPr txBox="1"/>
          <p:nvPr/>
        </p:nvSpPr>
        <p:spPr>
          <a:xfrm>
            <a:off x="1654629" y="885373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☰ Menu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CCEF71-7482-F7F1-D11B-A8E8659AD515}"/>
              </a:ext>
            </a:extLst>
          </p:cNvPr>
          <p:cNvSpPr txBox="1"/>
          <p:nvPr/>
        </p:nvSpPr>
        <p:spPr>
          <a:xfrm>
            <a:off x="5065485" y="870860"/>
            <a:ext cx="1418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STREAMLIST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93A73F-06A5-8750-3CFF-7D4FAD80F85B}"/>
              </a:ext>
            </a:extLst>
          </p:cNvPr>
          <p:cNvSpPr txBox="1"/>
          <p:nvPr/>
        </p:nvSpPr>
        <p:spPr>
          <a:xfrm>
            <a:off x="9550400" y="870860"/>
            <a:ext cx="997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Profile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CE06FF-87BA-FFF3-BF4D-E82EF7024EA8}"/>
              </a:ext>
            </a:extLst>
          </p:cNvPr>
          <p:cNvSpPr txBox="1"/>
          <p:nvPr/>
        </p:nvSpPr>
        <p:spPr>
          <a:xfrm>
            <a:off x="1219203" y="2056730"/>
            <a:ext cx="1822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Search Movies...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A7F2E4-E9A7-47FB-283C-2AE25F7C09B1}"/>
              </a:ext>
            </a:extLst>
          </p:cNvPr>
          <p:cNvSpPr/>
          <p:nvPr/>
        </p:nvSpPr>
        <p:spPr>
          <a:xfrm>
            <a:off x="775069" y="5246441"/>
            <a:ext cx="914401" cy="2533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Details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621F55-2392-F8A1-12D2-77F274E2ED99}"/>
              </a:ext>
            </a:extLst>
          </p:cNvPr>
          <p:cNvSpPr txBox="1"/>
          <p:nvPr/>
        </p:nvSpPr>
        <p:spPr>
          <a:xfrm>
            <a:off x="1074060" y="3223090"/>
            <a:ext cx="1822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Featured Movies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10BBE8-F8B3-00D7-14FE-1AD47D2574E1}"/>
              </a:ext>
            </a:extLst>
          </p:cNvPr>
          <p:cNvSpPr/>
          <p:nvPr/>
        </p:nvSpPr>
        <p:spPr>
          <a:xfrm>
            <a:off x="1133567" y="3774633"/>
            <a:ext cx="914400" cy="10828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490EAD-100D-887D-B17B-51A2EDEE8308}"/>
              </a:ext>
            </a:extLst>
          </p:cNvPr>
          <p:cNvSpPr/>
          <p:nvPr/>
        </p:nvSpPr>
        <p:spPr>
          <a:xfrm>
            <a:off x="3840480" y="3774633"/>
            <a:ext cx="914400" cy="10726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2D12F6-2BD9-4826-ED46-B751463A29C2}"/>
              </a:ext>
            </a:extLst>
          </p:cNvPr>
          <p:cNvSpPr/>
          <p:nvPr/>
        </p:nvSpPr>
        <p:spPr>
          <a:xfrm>
            <a:off x="6547393" y="3774633"/>
            <a:ext cx="914400" cy="10363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AE2963-B95A-D197-31A6-A0BAEADB230A}"/>
              </a:ext>
            </a:extLst>
          </p:cNvPr>
          <p:cNvSpPr txBox="1"/>
          <p:nvPr/>
        </p:nvSpPr>
        <p:spPr>
          <a:xfrm>
            <a:off x="1181442" y="4006866"/>
            <a:ext cx="8653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 Movie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Poster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2B18BC-EBAD-475D-F07C-5D139CCD5000}"/>
              </a:ext>
            </a:extLst>
          </p:cNvPr>
          <p:cNvSpPr txBox="1"/>
          <p:nvPr/>
        </p:nvSpPr>
        <p:spPr>
          <a:xfrm>
            <a:off x="3891746" y="3977831"/>
            <a:ext cx="8195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Movie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Poster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6083F0-E0BE-0B8E-E1F0-EEEEC3320404}"/>
              </a:ext>
            </a:extLst>
          </p:cNvPr>
          <p:cNvSpPr txBox="1"/>
          <p:nvPr/>
        </p:nvSpPr>
        <p:spPr>
          <a:xfrm>
            <a:off x="6604001" y="4032041"/>
            <a:ext cx="8142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Movie </a:t>
            </a:r>
          </a:p>
          <a:p>
            <a:pPr algn="ctr"/>
            <a:r>
              <a:rPr lang="en-US" sz="1800" dirty="0">
                <a:solidFill>
                  <a:schemeClr val="bg1"/>
                </a:solidFill>
              </a:rPr>
              <a:t>Poster</a:t>
            </a:r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BA71035-C085-5384-8510-E1534096E2E5}"/>
              </a:ext>
            </a:extLst>
          </p:cNvPr>
          <p:cNvSpPr/>
          <p:nvPr/>
        </p:nvSpPr>
        <p:spPr>
          <a:xfrm>
            <a:off x="1812839" y="5253701"/>
            <a:ext cx="914401" cy="2533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Watch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60327DC-34F7-D782-ABFC-D0A98F784E48}"/>
              </a:ext>
            </a:extLst>
          </p:cNvPr>
          <p:cNvSpPr/>
          <p:nvPr/>
        </p:nvSpPr>
        <p:spPr>
          <a:xfrm>
            <a:off x="3496502" y="5253701"/>
            <a:ext cx="914401" cy="2533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Details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1DC55DA-D4A1-B46F-8191-289326970207}"/>
              </a:ext>
            </a:extLst>
          </p:cNvPr>
          <p:cNvSpPr/>
          <p:nvPr/>
        </p:nvSpPr>
        <p:spPr>
          <a:xfrm>
            <a:off x="7277467" y="5260960"/>
            <a:ext cx="914401" cy="2533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Watch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1C5A571-9EEF-0C27-C932-005FFEA45CD2}"/>
              </a:ext>
            </a:extLst>
          </p:cNvPr>
          <p:cNvSpPr/>
          <p:nvPr/>
        </p:nvSpPr>
        <p:spPr>
          <a:xfrm>
            <a:off x="4606840" y="5246445"/>
            <a:ext cx="914401" cy="2533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Watch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ECADE44-19CC-6D52-3A53-1BA3692F2058}"/>
              </a:ext>
            </a:extLst>
          </p:cNvPr>
          <p:cNvSpPr/>
          <p:nvPr/>
        </p:nvSpPr>
        <p:spPr>
          <a:xfrm>
            <a:off x="6203413" y="5246445"/>
            <a:ext cx="914401" cy="2533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Details</a:t>
            </a:r>
          </a:p>
        </p:txBody>
      </p:sp>
    </p:spTree>
    <p:extLst>
      <p:ext uri="{BB962C8B-B14F-4D97-AF65-F5344CB8AC3E}">
        <p14:creationId xmlns:p14="http://schemas.microsoft.com/office/powerpoint/2010/main" val="20336212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325C77-7BDC-1539-0FD7-C02851F8E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87ECA5D5-24BD-CCCC-22EE-43693577874C}"/>
              </a:ext>
            </a:extLst>
          </p:cNvPr>
          <p:cNvSpPr txBox="1"/>
          <p:nvPr/>
        </p:nvSpPr>
        <p:spPr>
          <a:xfrm>
            <a:off x="4412342" y="136231"/>
            <a:ext cx="3931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Wireframe 2 – Home Dashboard Part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EDBE1A-BDFC-7ADB-9572-67D320494078}"/>
              </a:ext>
            </a:extLst>
          </p:cNvPr>
          <p:cNvSpPr/>
          <p:nvPr/>
        </p:nvSpPr>
        <p:spPr>
          <a:xfrm>
            <a:off x="817933" y="2851717"/>
            <a:ext cx="914401" cy="2533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Details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594069-A99E-11B3-639F-B4195D41472E}"/>
              </a:ext>
            </a:extLst>
          </p:cNvPr>
          <p:cNvSpPr txBox="1"/>
          <p:nvPr/>
        </p:nvSpPr>
        <p:spPr>
          <a:xfrm>
            <a:off x="1074060" y="737038"/>
            <a:ext cx="1776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Trending Movies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168BA5-8071-91D3-5D1A-A92272049899}"/>
              </a:ext>
            </a:extLst>
          </p:cNvPr>
          <p:cNvSpPr/>
          <p:nvPr/>
        </p:nvSpPr>
        <p:spPr>
          <a:xfrm>
            <a:off x="1176431" y="1374310"/>
            <a:ext cx="914400" cy="10828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A94025-9027-D01B-A11C-048FA3F6B494}"/>
              </a:ext>
            </a:extLst>
          </p:cNvPr>
          <p:cNvSpPr/>
          <p:nvPr/>
        </p:nvSpPr>
        <p:spPr>
          <a:xfrm>
            <a:off x="3883344" y="1374310"/>
            <a:ext cx="914400" cy="10726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957D35-7A9E-7574-1243-3F66C61DA53A}"/>
              </a:ext>
            </a:extLst>
          </p:cNvPr>
          <p:cNvSpPr/>
          <p:nvPr/>
        </p:nvSpPr>
        <p:spPr>
          <a:xfrm>
            <a:off x="6590257" y="1374310"/>
            <a:ext cx="914400" cy="10363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9B904C-1BE5-94B4-E065-2591561380D0}"/>
              </a:ext>
            </a:extLst>
          </p:cNvPr>
          <p:cNvSpPr txBox="1"/>
          <p:nvPr/>
        </p:nvSpPr>
        <p:spPr>
          <a:xfrm>
            <a:off x="1224306" y="1606543"/>
            <a:ext cx="8653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 Movie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Poster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67163E-0869-698E-2E7F-069957AB9144}"/>
              </a:ext>
            </a:extLst>
          </p:cNvPr>
          <p:cNvSpPr txBox="1"/>
          <p:nvPr/>
        </p:nvSpPr>
        <p:spPr>
          <a:xfrm>
            <a:off x="3934610" y="1577508"/>
            <a:ext cx="8195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Movie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Poster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D2C4F2-ACE2-7E4D-9A97-C58208AA94DB}"/>
              </a:ext>
            </a:extLst>
          </p:cNvPr>
          <p:cNvSpPr txBox="1"/>
          <p:nvPr/>
        </p:nvSpPr>
        <p:spPr>
          <a:xfrm>
            <a:off x="6646865" y="1631718"/>
            <a:ext cx="8142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Movie </a:t>
            </a:r>
          </a:p>
          <a:p>
            <a:pPr algn="ctr"/>
            <a:r>
              <a:rPr lang="en-US" sz="1800" dirty="0">
                <a:solidFill>
                  <a:schemeClr val="bg1"/>
                </a:solidFill>
              </a:rPr>
              <a:t>Poster</a:t>
            </a:r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51CE0E3-D5EF-A556-3C9D-950CE346AD7C}"/>
              </a:ext>
            </a:extLst>
          </p:cNvPr>
          <p:cNvSpPr/>
          <p:nvPr/>
        </p:nvSpPr>
        <p:spPr>
          <a:xfrm>
            <a:off x="1855703" y="2851717"/>
            <a:ext cx="914401" cy="2533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Watch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E79DF88-858E-58BA-7012-7F2525D87506}"/>
              </a:ext>
            </a:extLst>
          </p:cNvPr>
          <p:cNvSpPr/>
          <p:nvPr/>
        </p:nvSpPr>
        <p:spPr>
          <a:xfrm>
            <a:off x="3539366" y="2851717"/>
            <a:ext cx="914401" cy="2533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Details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59F01C8-2E99-4E5C-C303-8DF5A0B27F55}"/>
              </a:ext>
            </a:extLst>
          </p:cNvPr>
          <p:cNvSpPr/>
          <p:nvPr/>
        </p:nvSpPr>
        <p:spPr>
          <a:xfrm>
            <a:off x="7320331" y="2851717"/>
            <a:ext cx="914401" cy="2533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Watch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8D161AE-830D-842C-9656-FCB324DEA126}"/>
              </a:ext>
            </a:extLst>
          </p:cNvPr>
          <p:cNvSpPr/>
          <p:nvPr/>
        </p:nvSpPr>
        <p:spPr>
          <a:xfrm>
            <a:off x="4649704" y="2851717"/>
            <a:ext cx="914401" cy="2533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Watch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ABB0573-83FC-A2CF-16D1-B88B80897AE8}"/>
              </a:ext>
            </a:extLst>
          </p:cNvPr>
          <p:cNvSpPr/>
          <p:nvPr/>
        </p:nvSpPr>
        <p:spPr>
          <a:xfrm>
            <a:off x="6246277" y="2851717"/>
            <a:ext cx="914401" cy="2533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Details</a:t>
            </a: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708626A6-3F76-0DE0-8D45-E549C8E21AB2}"/>
              </a:ext>
            </a:extLst>
          </p:cNvPr>
          <p:cNvSpPr/>
          <p:nvPr/>
        </p:nvSpPr>
        <p:spPr>
          <a:xfrm>
            <a:off x="927469" y="5370260"/>
            <a:ext cx="914401" cy="2533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Details</a:t>
            </a: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9016BAE7-0843-D96E-BE42-913A4E8B865B}"/>
              </a:ext>
            </a:extLst>
          </p:cNvPr>
          <p:cNvSpPr/>
          <p:nvPr/>
        </p:nvSpPr>
        <p:spPr>
          <a:xfrm>
            <a:off x="1285967" y="4055617"/>
            <a:ext cx="914400" cy="10828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A7EAB258-ACC1-9351-CA9B-73057F5031A7}"/>
              </a:ext>
            </a:extLst>
          </p:cNvPr>
          <p:cNvSpPr/>
          <p:nvPr/>
        </p:nvSpPr>
        <p:spPr>
          <a:xfrm>
            <a:off x="3992880" y="4055617"/>
            <a:ext cx="914400" cy="10726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BBA82DDB-50C7-0106-3063-1D5788FF68BD}"/>
              </a:ext>
            </a:extLst>
          </p:cNvPr>
          <p:cNvSpPr/>
          <p:nvPr/>
        </p:nvSpPr>
        <p:spPr>
          <a:xfrm>
            <a:off x="6699793" y="4055617"/>
            <a:ext cx="914400" cy="10363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D6B7C68F-8C79-4564-9D9F-D53AE78951FE}"/>
              </a:ext>
            </a:extLst>
          </p:cNvPr>
          <p:cNvSpPr txBox="1"/>
          <p:nvPr/>
        </p:nvSpPr>
        <p:spPr>
          <a:xfrm>
            <a:off x="1333842" y="4321634"/>
            <a:ext cx="8653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 Movie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Poster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501297D2-61AE-A080-2058-7ED1177FB9F5}"/>
              </a:ext>
            </a:extLst>
          </p:cNvPr>
          <p:cNvSpPr txBox="1"/>
          <p:nvPr/>
        </p:nvSpPr>
        <p:spPr>
          <a:xfrm>
            <a:off x="4044146" y="4321634"/>
            <a:ext cx="8195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Movie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Poster</a:t>
            </a:r>
            <a:endParaRPr lang="en-US" dirty="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C63C7547-C7B6-2A5C-30E9-362D8B024804}"/>
              </a:ext>
            </a:extLst>
          </p:cNvPr>
          <p:cNvSpPr txBox="1"/>
          <p:nvPr/>
        </p:nvSpPr>
        <p:spPr>
          <a:xfrm>
            <a:off x="6756401" y="4321634"/>
            <a:ext cx="8142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Movie </a:t>
            </a:r>
          </a:p>
          <a:p>
            <a:pPr algn="ctr"/>
            <a:r>
              <a:rPr lang="en-US" sz="1800" dirty="0">
                <a:solidFill>
                  <a:schemeClr val="bg1"/>
                </a:solidFill>
              </a:rPr>
              <a:t>Poster</a:t>
            </a:r>
            <a:endParaRPr lang="en-US" dirty="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C4EFBDDC-C4AA-795F-4649-635D4BD3FE93}"/>
              </a:ext>
            </a:extLst>
          </p:cNvPr>
          <p:cNvSpPr/>
          <p:nvPr/>
        </p:nvSpPr>
        <p:spPr>
          <a:xfrm>
            <a:off x="1965239" y="5370260"/>
            <a:ext cx="914401" cy="2533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Watch</a:t>
            </a: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6F2B608E-EF3E-44E3-7FEA-B14392B1EA89}"/>
              </a:ext>
            </a:extLst>
          </p:cNvPr>
          <p:cNvSpPr/>
          <p:nvPr/>
        </p:nvSpPr>
        <p:spPr>
          <a:xfrm>
            <a:off x="3648902" y="5370260"/>
            <a:ext cx="914401" cy="2533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Details</a:t>
            </a:r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9AEA10AB-698E-29EA-8FD3-44C6B57F864B}"/>
              </a:ext>
            </a:extLst>
          </p:cNvPr>
          <p:cNvSpPr/>
          <p:nvPr/>
        </p:nvSpPr>
        <p:spPr>
          <a:xfrm>
            <a:off x="7429867" y="5370260"/>
            <a:ext cx="914401" cy="2533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Watch</a:t>
            </a:r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BAF389F9-950A-7FF8-9355-E8E02EEA8E7C}"/>
              </a:ext>
            </a:extLst>
          </p:cNvPr>
          <p:cNvSpPr/>
          <p:nvPr/>
        </p:nvSpPr>
        <p:spPr>
          <a:xfrm>
            <a:off x="4759240" y="5370260"/>
            <a:ext cx="914401" cy="2533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Watch</a:t>
            </a:r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52544CA2-837A-1814-40E7-CD782F1BB334}"/>
              </a:ext>
            </a:extLst>
          </p:cNvPr>
          <p:cNvSpPr/>
          <p:nvPr/>
        </p:nvSpPr>
        <p:spPr>
          <a:xfrm>
            <a:off x="6355813" y="5370260"/>
            <a:ext cx="914401" cy="2533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Details</a:t>
            </a: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14767CC1-2513-93D2-2493-AACD75F32EB9}"/>
              </a:ext>
            </a:extLst>
          </p:cNvPr>
          <p:cNvSpPr txBox="1"/>
          <p:nvPr/>
        </p:nvSpPr>
        <p:spPr>
          <a:xfrm>
            <a:off x="921642" y="3499284"/>
            <a:ext cx="2465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Recommended Movies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4F5533D-E3A3-CA0A-DE96-0296A39A80EF}"/>
              </a:ext>
            </a:extLst>
          </p:cNvPr>
          <p:cNvSpPr/>
          <p:nvPr/>
        </p:nvSpPr>
        <p:spPr>
          <a:xfrm>
            <a:off x="1079869" y="6151321"/>
            <a:ext cx="1506169" cy="2533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2"/>
                </a:solidFill>
              </a:rPr>
              <a:t>My Watchlist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5B7719F1-4551-8410-E08B-14ED3FC19740}"/>
              </a:ext>
            </a:extLst>
          </p:cNvPr>
          <p:cNvSpPr/>
          <p:nvPr/>
        </p:nvSpPr>
        <p:spPr>
          <a:xfrm>
            <a:off x="2918201" y="6132268"/>
            <a:ext cx="1506169" cy="2533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2"/>
                </a:solidFill>
              </a:rPr>
              <a:t>Subscription</a:t>
            </a: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40A9A8D0-487C-3A4A-A2CA-49BCDDDDB1C3}"/>
              </a:ext>
            </a:extLst>
          </p:cNvPr>
          <p:cNvSpPr/>
          <p:nvPr/>
        </p:nvSpPr>
        <p:spPr>
          <a:xfrm>
            <a:off x="4714172" y="6132267"/>
            <a:ext cx="959469" cy="2723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2"/>
                </a:solidFill>
              </a:rPr>
              <a:t>Profile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B501FE32-637C-1A04-DD6B-80AF9243C76D}"/>
              </a:ext>
            </a:extLst>
          </p:cNvPr>
          <p:cNvSpPr txBox="1"/>
          <p:nvPr/>
        </p:nvSpPr>
        <p:spPr>
          <a:xfrm>
            <a:off x="6317717" y="5903659"/>
            <a:ext cx="58409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Navigation: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Users can search for movies, browse featured, trending, and recommended titles, view movie details, watch available movies, access their watchlist, manage their subscription, and update their profile.</a:t>
            </a:r>
          </a:p>
        </p:txBody>
      </p:sp>
    </p:spTree>
    <p:extLst>
      <p:ext uri="{BB962C8B-B14F-4D97-AF65-F5344CB8AC3E}">
        <p14:creationId xmlns:p14="http://schemas.microsoft.com/office/powerpoint/2010/main" val="2226392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76D72E-9887-4917-6746-FE47CE74F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B812417-BA2F-84B6-811B-B7021CA426F4}"/>
              </a:ext>
            </a:extLst>
          </p:cNvPr>
          <p:cNvSpPr/>
          <p:nvPr/>
        </p:nvSpPr>
        <p:spPr>
          <a:xfrm>
            <a:off x="1640113" y="802643"/>
            <a:ext cx="9027885" cy="4956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ln>
                <a:solidFill>
                  <a:sysClr val="windowText" lastClr="000000"/>
                </a:solidFill>
              </a:ln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6E3512-D9BC-F303-4557-0B15B07CE806}"/>
              </a:ext>
            </a:extLst>
          </p:cNvPr>
          <p:cNvSpPr txBox="1"/>
          <p:nvPr/>
        </p:nvSpPr>
        <p:spPr>
          <a:xfrm>
            <a:off x="4412342" y="130632"/>
            <a:ext cx="3931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Wireframe 3 – Movie Details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0BC892-C6A8-2097-6CC2-57471A7FB067}"/>
              </a:ext>
            </a:extLst>
          </p:cNvPr>
          <p:cNvSpPr txBox="1"/>
          <p:nvPr/>
        </p:nvSpPr>
        <p:spPr>
          <a:xfrm>
            <a:off x="1654629" y="885373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☰ Menu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EB8C57-FCEA-BC78-33C7-7A44C1EE8137}"/>
              </a:ext>
            </a:extLst>
          </p:cNvPr>
          <p:cNvSpPr txBox="1"/>
          <p:nvPr/>
        </p:nvSpPr>
        <p:spPr>
          <a:xfrm>
            <a:off x="5065485" y="870860"/>
            <a:ext cx="1418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STREAMLIST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E40959-CDC3-BF68-2508-695E16A64677}"/>
              </a:ext>
            </a:extLst>
          </p:cNvPr>
          <p:cNvSpPr txBox="1"/>
          <p:nvPr/>
        </p:nvSpPr>
        <p:spPr>
          <a:xfrm>
            <a:off x="9550400" y="870860"/>
            <a:ext cx="997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Profile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227F6DC-E20B-0AE6-1764-7F3744A76173}"/>
              </a:ext>
            </a:extLst>
          </p:cNvPr>
          <p:cNvSpPr/>
          <p:nvPr/>
        </p:nvSpPr>
        <p:spPr>
          <a:xfrm>
            <a:off x="1133567" y="3166831"/>
            <a:ext cx="6143900" cy="14740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92CD4DC-2EAF-0AB5-2332-2F1D9B488F63}"/>
              </a:ext>
            </a:extLst>
          </p:cNvPr>
          <p:cNvSpPr/>
          <p:nvPr/>
        </p:nvSpPr>
        <p:spPr>
          <a:xfrm>
            <a:off x="1110225" y="5123406"/>
            <a:ext cx="1584657" cy="2533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Watch Now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233767B-4016-0B54-90B2-5C61C83761E2}"/>
              </a:ext>
            </a:extLst>
          </p:cNvPr>
          <p:cNvSpPr/>
          <p:nvPr/>
        </p:nvSpPr>
        <p:spPr>
          <a:xfrm>
            <a:off x="3487827" y="5126338"/>
            <a:ext cx="1808339" cy="2503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Add to Watchlist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4038A4B-3281-0ADC-6E4A-1BA6F9DD1A98}"/>
              </a:ext>
            </a:extLst>
          </p:cNvPr>
          <p:cNvSpPr/>
          <p:nvPr/>
        </p:nvSpPr>
        <p:spPr>
          <a:xfrm>
            <a:off x="6089111" y="5103569"/>
            <a:ext cx="914401" cy="2731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Back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8B5EC9-4EC0-A9F3-2ACF-2254ACC9D3F9}"/>
              </a:ext>
            </a:extLst>
          </p:cNvPr>
          <p:cNvSpPr/>
          <p:nvPr/>
        </p:nvSpPr>
        <p:spPr>
          <a:xfrm>
            <a:off x="1128800" y="1514474"/>
            <a:ext cx="914400" cy="10828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87912B-3451-FB0C-55C1-3647D7119557}"/>
              </a:ext>
            </a:extLst>
          </p:cNvPr>
          <p:cNvSpPr txBox="1"/>
          <p:nvPr/>
        </p:nvSpPr>
        <p:spPr>
          <a:xfrm>
            <a:off x="1162387" y="1758945"/>
            <a:ext cx="8653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 Movie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Poster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282E4E-8275-7EDC-ACD6-C42597ABFC8C}"/>
              </a:ext>
            </a:extLst>
          </p:cNvPr>
          <p:cNvSpPr txBox="1"/>
          <p:nvPr/>
        </p:nvSpPr>
        <p:spPr>
          <a:xfrm>
            <a:off x="2514595" y="1743075"/>
            <a:ext cx="27717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Genre: Action</a:t>
            </a:r>
          </a:p>
          <a:p>
            <a:r>
              <a:rPr lang="en-US" sz="1600" dirty="0">
                <a:solidFill>
                  <a:schemeClr val="bg1"/>
                </a:solidFill>
              </a:rPr>
              <a:t>Rating: PG-13</a:t>
            </a:r>
          </a:p>
          <a:p>
            <a:r>
              <a:rPr lang="en-US" sz="1600" dirty="0">
                <a:solidFill>
                  <a:schemeClr val="bg1"/>
                </a:solidFill>
              </a:rPr>
              <a:t>Runtime: 2 hr 15 min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Streaming Service: Netflix</a:t>
            </a:r>
            <a:r>
              <a:rPr lang="en-US" sz="1600" dirty="0"/>
              <a:t>tflix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5E8902-AFF4-AB7F-C8EC-5DD4A4B64A13}"/>
              </a:ext>
            </a:extLst>
          </p:cNvPr>
          <p:cNvSpPr txBox="1"/>
          <p:nvPr/>
        </p:nvSpPr>
        <p:spPr>
          <a:xfrm>
            <a:off x="2500306" y="1514474"/>
            <a:ext cx="1165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Movie Title</a:t>
            </a: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D213D2-933F-BA1C-9588-ECC7967FFA5D}"/>
              </a:ext>
            </a:extLst>
          </p:cNvPr>
          <p:cNvSpPr txBox="1"/>
          <p:nvPr/>
        </p:nvSpPr>
        <p:spPr>
          <a:xfrm>
            <a:off x="1343026" y="3386134"/>
            <a:ext cx="40568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Movie Description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Brief movie summary displayed here.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5553D7-336A-BCE4-67E3-3ACCE8CC99CE}"/>
              </a:ext>
            </a:extLst>
          </p:cNvPr>
          <p:cNvSpPr txBox="1"/>
          <p:nvPr/>
        </p:nvSpPr>
        <p:spPr>
          <a:xfrm>
            <a:off x="7043741" y="6029322"/>
            <a:ext cx="50863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Navigation: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Users can review movie information, read the movie description, begin streaming, add the movie to their watchlist, or return to the Home Dashboard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74127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2CA9B6-F183-3429-3119-A22692A46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E5CD173-AA84-8069-C690-423AB8982B1F}"/>
              </a:ext>
            </a:extLst>
          </p:cNvPr>
          <p:cNvSpPr/>
          <p:nvPr/>
        </p:nvSpPr>
        <p:spPr>
          <a:xfrm>
            <a:off x="1640113" y="802643"/>
            <a:ext cx="9027885" cy="4956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ln>
                <a:solidFill>
                  <a:sysClr val="windowText" lastClr="000000"/>
                </a:solidFill>
              </a:ln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34FF4AA-6A6E-7723-6E4A-A927748BCC6A}"/>
              </a:ext>
            </a:extLst>
          </p:cNvPr>
          <p:cNvSpPr txBox="1"/>
          <p:nvPr/>
        </p:nvSpPr>
        <p:spPr>
          <a:xfrm>
            <a:off x="4412341" y="130632"/>
            <a:ext cx="4531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Wireframe 4 – Subscription and Payment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BC2086-53D0-1B06-D71D-5D5C93F6E503}"/>
              </a:ext>
            </a:extLst>
          </p:cNvPr>
          <p:cNvSpPr txBox="1"/>
          <p:nvPr/>
        </p:nvSpPr>
        <p:spPr>
          <a:xfrm>
            <a:off x="1654629" y="885373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☰ Menu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53B138-A0F7-3518-9BDD-4854A615940B}"/>
              </a:ext>
            </a:extLst>
          </p:cNvPr>
          <p:cNvSpPr txBox="1"/>
          <p:nvPr/>
        </p:nvSpPr>
        <p:spPr>
          <a:xfrm>
            <a:off x="5065485" y="870860"/>
            <a:ext cx="1418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STREAMLIST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E299CD-5243-2C93-5A50-A6A5E18EF9CD}"/>
              </a:ext>
            </a:extLst>
          </p:cNvPr>
          <p:cNvSpPr txBox="1"/>
          <p:nvPr/>
        </p:nvSpPr>
        <p:spPr>
          <a:xfrm>
            <a:off x="9550400" y="870860"/>
            <a:ext cx="997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Profile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69D310-616C-7DF5-6A8C-ADF146498439}"/>
              </a:ext>
            </a:extLst>
          </p:cNvPr>
          <p:cNvSpPr/>
          <p:nvPr/>
        </p:nvSpPr>
        <p:spPr>
          <a:xfrm>
            <a:off x="900112" y="4666679"/>
            <a:ext cx="4647537" cy="16769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1DE9D8-D2E9-543C-F4B0-EA0DCFA6F49C}"/>
              </a:ext>
            </a:extLst>
          </p:cNvPr>
          <p:cNvSpPr/>
          <p:nvPr/>
        </p:nvSpPr>
        <p:spPr>
          <a:xfrm>
            <a:off x="900113" y="1600926"/>
            <a:ext cx="2776523" cy="28567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5D2F80-479A-1E61-06C2-E1F797558D47}"/>
              </a:ext>
            </a:extLst>
          </p:cNvPr>
          <p:cNvSpPr txBox="1"/>
          <p:nvPr/>
        </p:nvSpPr>
        <p:spPr>
          <a:xfrm>
            <a:off x="1128799" y="1658929"/>
            <a:ext cx="202873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 Basic</a:t>
            </a:r>
          </a:p>
          <a:p>
            <a:pPr algn="ctr"/>
            <a:endParaRPr lang="en-US" sz="1600" dirty="0">
              <a:solidFill>
                <a:schemeClr val="bg1"/>
              </a:solidFill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$9.99/month</a:t>
            </a:r>
          </a:p>
          <a:p>
            <a:pPr algn="ctr"/>
            <a:endParaRPr lang="en-US" sz="1600" dirty="0">
              <a:solidFill>
                <a:schemeClr val="bg1"/>
              </a:solidFill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✔ HD Streaming</a:t>
            </a:r>
          </a:p>
          <a:p>
            <a:pPr algn="ctr"/>
            <a:endParaRPr lang="en-US" sz="1600" dirty="0">
              <a:solidFill>
                <a:schemeClr val="bg1"/>
              </a:solidFill>
            </a:endParaRPr>
          </a:p>
          <a:p>
            <a:pPr algn="ctr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41F35B-ADC7-990A-F4D2-AF5FDFC74D57}"/>
              </a:ext>
            </a:extLst>
          </p:cNvPr>
          <p:cNvSpPr txBox="1"/>
          <p:nvPr/>
        </p:nvSpPr>
        <p:spPr>
          <a:xfrm>
            <a:off x="7043741" y="6029322"/>
            <a:ext cx="50863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Navigation: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Users can compare subscription plans, enter payment information, subscribe to the service, or cancel and return to the previous screen.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BCDB45-753A-C30C-6C74-EB131F148522}"/>
              </a:ext>
            </a:extLst>
          </p:cNvPr>
          <p:cNvSpPr/>
          <p:nvPr/>
        </p:nvSpPr>
        <p:spPr>
          <a:xfrm>
            <a:off x="4210005" y="1567584"/>
            <a:ext cx="2962320" cy="28901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BA058D-552E-2114-6076-93E9DBDC12C8}"/>
              </a:ext>
            </a:extLst>
          </p:cNvPr>
          <p:cNvSpPr txBox="1"/>
          <p:nvPr/>
        </p:nvSpPr>
        <p:spPr>
          <a:xfrm>
            <a:off x="4610217" y="1625587"/>
            <a:ext cx="20287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Standard</a:t>
            </a:r>
          </a:p>
          <a:p>
            <a:pPr algn="ctr"/>
            <a:endParaRPr lang="en-US" sz="1600" dirty="0">
              <a:solidFill>
                <a:schemeClr val="bg1"/>
              </a:solidFill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$14.99/month</a:t>
            </a:r>
          </a:p>
          <a:p>
            <a:pPr algn="ctr"/>
            <a:endParaRPr lang="en-US" sz="1600" dirty="0">
              <a:solidFill>
                <a:schemeClr val="bg1"/>
              </a:solidFill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✔ HD + 4K</a:t>
            </a:r>
          </a:p>
          <a:p>
            <a:pPr algn="ctr"/>
            <a:endParaRPr lang="en-US" sz="1600" dirty="0">
              <a:solidFill>
                <a:schemeClr val="bg1"/>
              </a:solidFill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✔ Two Devices</a:t>
            </a:r>
          </a:p>
          <a:p>
            <a:pPr algn="ctr"/>
            <a:endParaRPr lang="en-US" sz="1600" dirty="0">
              <a:solidFill>
                <a:schemeClr val="bg1"/>
              </a:solidFill>
            </a:endParaRPr>
          </a:p>
          <a:p>
            <a:pPr algn="ctr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5AAC2-5D0E-13FE-0859-6D7828E87725}"/>
              </a:ext>
            </a:extLst>
          </p:cNvPr>
          <p:cNvSpPr/>
          <p:nvPr/>
        </p:nvSpPr>
        <p:spPr>
          <a:xfrm>
            <a:off x="7705695" y="1496147"/>
            <a:ext cx="3152805" cy="29615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3E35E2-B7CC-FEB7-4310-2D571D3EC34C}"/>
              </a:ext>
            </a:extLst>
          </p:cNvPr>
          <p:cNvSpPr txBox="1"/>
          <p:nvPr/>
        </p:nvSpPr>
        <p:spPr>
          <a:xfrm>
            <a:off x="8210682" y="1554150"/>
            <a:ext cx="202873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Premium</a:t>
            </a:r>
          </a:p>
          <a:p>
            <a:pPr algn="ctr"/>
            <a:endParaRPr lang="en-US" sz="1600" dirty="0">
              <a:solidFill>
                <a:schemeClr val="bg1"/>
              </a:solidFill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$19.99/month</a:t>
            </a:r>
          </a:p>
          <a:p>
            <a:pPr algn="ctr"/>
            <a:endParaRPr lang="en-US" sz="1600" dirty="0">
              <a:solidFill>
                <a:schemeClr val="bg1"/>
              </a:solidFill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✔ 4K Streaming</a:t>
            </a:r>
          </a:p>
          <a:p>
            <a:pPr algn="ctr"/>
            <a:endParaRPr lang="en-US" sz="1600" dirty="0">
              <a:solidFill>
                <a:schemeClr val="bg1"/>
              </a:solidFill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✔ Four Devices</a:t>
            </a:r>
          </a:p>
          <a:p>
            <a:pPr algn="ctr"/>
            <a:endParaRPr lang="en-US" sz="1600" dirty="0">
              <a:solidFill>
                <a:schemeClr val="bg1"/>
              </a:solidFill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✔ Offline Viewing</a:t>
            </a:r>
          </a:p>
          <a:p>
            <a:pPr algn="ctr"/>
            <a:endParaRPr lang="en-US" sz="1600" dirty="0">
              <a:solidFill>
                <a:schemeClr val="bg1"/>
              </a:solidFill>
            </a:endParaRPr>
          </a:p>
          <a:p>
            <a:pPr algn="ctr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BEA3E8-FAB2-6C81-03BA-ADDE06AF89E0}"/>
              </a:ext>
            </a:extLst>
          </p:cNvPr>
          <p:cNvSpPr txBox="1"/>
          <p:nvPr/>
        </p:nvSpPr>
        <p:spPr>
          <a:xfrm>
            <a:off x="1128712" y="5686429"/>
            <a:ext cx="5307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CVV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66E887-4905-F51A-BEF2-3CED12594071}"/>
              </a:ext>
            </a:extLst>
          </p:cNvPr>
          <p:cNvSpPr txBox="1"/>
          <p:nvPr/>
        </p:nvSpPr>
        <p:spPr>
          <a:xfrm>
            <a:off x="1143000" y="4743442"/>
            <a:ext cx="1902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Payment Information</a:t>
            </a:r>
            <a:endParaRPr lang="en-US" sz="14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3AA0A7-0BDF-2143-047E-7A362045C593}"/>
              </a:ext>
            </a:extLst>
          </p:cNvPr>
          <p:cNvSpPr txBox="1"/>
          <p:nvPr/>
        </p:nvSpPr>
        <p:spPr>
          <a:xfrm>
            <a:off x="1128699" y="5086342"/>
            <a:ext cx="12823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Card Number</a:t>
            </a:r>
            <a:endParaRPr lang="en-US" sz="14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68E368-0A54-96E6-4EEF-9B418A0FE714}"/>
              </a:ext>
            </a:extLst>
          </p:cNvPr>
          <p:cNvSpPr txBox="1"/>
          <p:nvPr/>
        </p:nvSpPr>
        <p:spPr>
          <a:xfrm>
            <a:off x="1128706" y="5386380"/>
            <a:ext cx="14306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Expiration Date</a:t>
            </a:r>
            <a:endParaRPr lang="en-US" sz="14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1DCC08-451B-1E0C-AB8D-A90CEA7F61AD}"/>
              </a:ext>
            </a:extLst>
          </p:cNvPr>
          <p:cNvSpPr txBox="1"/>
          <p:nvPr/>
        </p:nvSpPr>
        <p:spPr>
          <a:xfrm>
            <a:off x="1128710" y="6029320"/>
            <a:ext cx="14606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Billing ZIP Code</a:t>
            </a:r>
            <a:endParaRPr lang="en-US" sz="1400" b="1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5B00F44-75FB-E9CC-7E52-36DB45D10B85}"/>
              </a:ext>
            </a:extLst>
          </p:cNvPr>
          <p:cNvSpPr/>
          <p:nvPr/>
        </p:nvSpPr>
        <p:spPr>
          <a:xfrm>
            <a:off x="3259219" y="4797491"/>
            <a:ext cx="1808339" cy="2174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6207312-C749-DD41-0596-D1A846C91699}"/>
              </a:ext>
            </a:extLst>
          </p:cNvPr>
          <p:cNvSpPr/>
          <p:nvPr/>
        </p:nvSpPr>
        <p:spPr>
          <a:xfrm>
            <a:off x="3254454" y="5435677"/>
            <a:ext cx="1808339" cy="2174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1D180AF-0809-A377-13EE-1A7072F34681}"/>
              </a:ext>
            </a:extLst>
          </p:cNvPr>
          <p:cNvSpPr/>
          <p:nvPr/>
        </p:nvSpPr>
        <p:spPr>
          <a:xfrm>
            <a:off x="3259224" y="6054803"/>
            <a:ext cx="1808339" cy="2174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B157DCE-EAED-3103-FB6B-FFC30194D852}"/>
              </a:ext>
            </a:extLst>
          </p:cNvPr>
          <p:cNvSpPr/>
          <p:nvPr/>
        </p:nvSpPr>
        <p:spPr>
          <a:xfrm>
            <a:off x="3259224" y="5740472"/>
            <a:ext cx="1808339" cy="2174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BE4BF87-F8E2-52D2-24C1-F6678B68B059}"/>
              </a:ext>
            </a:extLst>
          </p:cNvPr>
          <p:cNvSpPr/>
          <p:nvPr/>
        </p:nvSpPr>
        <p:spPr>
          <a:xfrm>
            <a:off x="3259223" y="5126110"/>
            <a:ext cx="1808339" cy="2174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37F101A-A42E-B3A0-522B-E1D7A795FE63}"/>
              </a:ext>
            </a:extLst>
          </p:cNvPr>
          <p:cNvSpPr/>
          <p:nvPr/>
        </p:nvSpPr>
        <p:spPr>
          <a:xfrm>
            <a:off x="1924623" y="6509309"/>
            <a:ext cx="1584657" cy="2533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Subscribe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4D9EDC9-F2E6-6B62-26F9-A0E53BA30D4C}"/>
              </a:ext>
            </a:extLst>
          </p:cNvPr>
          <p:cNvSpPr/>
          <p:nvPr/>
        </p:nvSpPr>
        <p:spPr>
          <a:xfrm>
            <a:off x="3962992" y="6504546"/>
            <a:ext cx="1584657" cy="2533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Cancel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DF7D06B-24DC-C393-3628-5FE820CF8216}"/>
              </a:ext>
            </a:extLst>
          </p:cNvPr>
          <p:cNvSpPr/>
          <p:nvPr/>
        </p:nvSpPr>
        <p:spPr>
          <a:xfrm>
            <a:off x="5174696" y="3603359"/>
            <a:ext cx="914401" cy="2731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Select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9AC5C8-F75B-D026-AAF7-FDEA40B07AE4}"/>
              </a:ext>
            </a:extLst>
          </p:cNvPr>
          <p:cNvSpPr/>
          <p:nvPr/>
        </p:nvSpPr>
        <p:spPr>
          <a:xfrm>
            <a:off x="1726605" y="3141380"/>
            <a:ext cx="914401" cy="2731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Select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FEBFD59-44B0-48F0-3772-DEDA43DBABF7}"/>
              </a:ext>
            </a:extLst>
          </p:cNvPr>
          <p:cNvSpPr/>
          <p:nvPr/>
        </p:nvSpPr>
        <p:spPr>
          <a:xfrm>
            <a:off x="8794238" y="3951023"/>
            <a:ext cx="914401" cy="2731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Select</a:t>
            </a:r>
          </a:p>
        </p:txBody>
      </p:sp>
    </p:spTree>
    <p:extLst>
      <p:ext uri="{BB962C8B-B14F-4D97-AF65-F5344CB8AC3E}">
        <p14:creationId xmlns:p14="http://schemas.microsoft.com/office/powerpoint/2010/main" val="6264842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AEEE99-D511-4FFB-3F6D-467C31F41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D2C44B5-ADB7-CF70-62A3-8E829D84E37F}"/>
              </a:ext>
            </a:extLst>
          </p:cNvPr>
          <p:cNvSpPr/>
          <p:nvPr/>
        </p:nvSpPr>
        <p:spPr>
          <a:xfrm>
            <a:off x="1640113" y="802643"/>
            <a:ext cx="9027885" cy="4956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ln>
                <a:solidFill>
                  <a:sysClr val="windowText" lastClr="000000"/>
                </a:solidFill>
              </a:ln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0071ED0-FB00-D9EE-F2AF-467E1F506BD6}"/>
              </a:ext>
            </a:extLst>
          </p:cNvPr>
          <p:cNvSpPr txBox="1"/>
          <p:nvPr/>
        </p:nvSpPr>
        <p:spPr>
          <a:xfrm>
            <a:off x="4412341" y="130632"/>
            <a:ext cx="4545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Wireframe 5 – User Profile &amp; Watchlist Part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912A3D-9B8C-259B-DEBE-BD0EC60AEA3C}"/>
              </a:ext>
            </a:extLst>
          </p:cNvPr>
          <p:cNvSpPr txBox="1"/>
          <p:nvPr/>
        </p:nvSpPr>
        <p:spPr>
          <a:xfrm>
            <a:off x="1654629" y="885373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☰ Menu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905638-F6BA-FB02-9637-3580B0547DCB}"/>
              </a:ext>
            </a:extLst>
          </p:cNvPr>
          <p:cNvSpPr txBox="1"/>
          <p:nvPr/>
        </p:nvSpPr>
        <p:spPr>
          <a:xfrm>
            <a:off x="5065485" y="870860"/>
            <a:ext cx="1418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STREAMLIST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83BADB-4854-A4E1-58DD-120F19143936}"/>
              </a:ext>
            </a:extLst>
          </p:cNvPr>
          <p:cNvSpPr txBox="1"/>
          <p:nvPr/>
        </p:nvSpPr>
        <p:spPr>
          <a:xfrm>
            <a:off x="9550400" y="870860"/>
            <a:ext cx="997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Profile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03BB95-84DB-8932-24B7-02EFBFCDCD9E}"/>
              </a:ext>
            </a:extLst>
          </p:cNvPr>
          <p:cNvSpPr/>
          <p:nvPr/>
        </p:nvSpPr>
        <p:spPr>
          <a:xfrm>
            <a:off x="1110225" y="1560685"/>
            <a:ext cx="4461900" cy="41543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2F4CE7E-3DCC-3E4E-153A-D338FD068DEA}"/>
              </a:ext>
            </a:extLst>
          </p:cNvPr>
          <p:cNvSpPr/>
          <p:nvPr/>
        </p:nvSpPr>
        <p:spPr>
          <a:xfrm>
            <a:off x="524426" y="6275940"/>
            <a:ext cx="1584657" cy="3659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Edit Profile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912A23-BCF9-D338-E03D-74CAD2FCA324}"/>
              </a:ext>
            </a:extLst>
          </p:cNvPr>
          <p:cNvSpPr txBox="1"/>
          <p:nvPr/>
        </p:nvSpPr>
        <p:spPr>
          <a:xfrm>
            <a:off x="1500189" y="2558995"/>
            <a:ext cx="378618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Name: [User Name]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Email:</a:t>
            </a:r>
          </a:p>
          <a:p>
            <a:r>
              <a:rPr lang="en-US" dirty="0">
                <a:solidFill>
                  <a:schemeClr val="bg1"/>
                </a:solidFill>
              </a:rPr>
              <a:t>[user@email.com]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Subscription:</a:t>
            </a:r>
          </a:p>
          <a:p>
            <a:r>
              <a:rPr lang="en-US" dirty="0">
                <a:solidFill>
                  <a:schemeClr val="bg1"/>
                </a:solidFill>
              </a:rPr>
              <a:t>[Plan Type]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Renewal Date:</a:t>
            </a:r>
          </a:p>
          <a:p>
            <a:r>
              <a:rPr lang="en-US" dirty="0">
                <a:solidFill>
                  <a:schemeClr val="bg1"/>
                </a:solidFill>
              </a:rPr>
              <a:t>[MM/DD/YYYY]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C2AA87-BD15-BAD6-BE6F-811AA08A4CB4}"/>
              </a:ext>
            </a:extLst>
          </p:cNvPr>
          <p:cNvSpPr txBox="1"/>
          <p:nvPr/>
        </p:nvSpPr>
        <p:spPr>
          <a:xfrm>
            <a:off x="7043741" y="6029322"/>
            <a:ext cx="50863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Navigation: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Users can view and update their profile information, review their active subscription, manage their account settings, or log out of the application.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003C59-D783-7B96-8D7D-5A17C0EACE2D}"/>
              </a:ext>
            </a:extLst>
          </p:cNvPr>
          <p:cNvSpPr txBox="1"/>
          <p:nvPr/>
        </p:nvSpPr>
        <p:spPr>
          <a:xfrm>
            <a:off x="1514465" y="1814503"/>
            <a:ext cx="1334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User Profile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A277FB-8F23-6623-794F-4BC9187FFE10}"/>
              </a:ext>
            </a:extLst>
          </p:cNvPr>
          <p:cNvSpPr/>
          <p:nvPr/>
        </p:nvSpPr>
        <p:spPr>
          <a:xfrm>
            <a:off x="5163180" y="6275940"/>
            <a:ext cx="1584657" cy="3659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Log Out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6306F1-84F4-DF87-19C7-FA426F4AE12B}"/>
              </a:ext>
            </a:extLst>
          </p:cNvPr>
          <p:cNvSpPr/>
          <p:nvPr/>
        </p:nvSpPr>
        <p:spPr>
          <a:xfrm>
            <a:off x="2451989" y="6275940"/>
            <a:ext cx="2413466" cy="3516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Manage Subscription</a:t>
            </a:r>
          </a:p>
        </p:txBody>
      </p:sp>
    </p:spTree>
    <p:extLst>
      <p:ext uri="{BB962C8B-B14F-4D97-AF65-F5344CB8AC3E}">
        <p14:creationId xmlns:p14="http://schemas.microsoft.com/office/powerpoint/2010/main" val="1144655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E79DFA-522B-A7B2-C137-263301935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525D724-C595-B130-0782-40BF12D6F4C2}"/>
              </a:ext>
            </a:extLst>
          </p:cNvPr>
          <p:cNvSpPr/>
          <p:nvPr/>
        </p:nvSpPr>
        <p:spPr>
          <a:xfrm>
            <a:off x="1640113" y="802643"/>
            <a:ext cx="9027885" cy="4956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ln>
                <a:solidFill>
                  <a:sysClr val="windowText" lastClr="000000"/>
                </a:solidFill>
              </a:ln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9B82F9-7B4E-E559-3237-2813F9233B5B}"/>
              </a:ext>
            </a:extLst>
          </p:cNvPr>
          <p:cNvSpPr/>
          <p:nvPr/>
        </p:nvSpPr>
        <p:spPr>
          <a:xfrm>
            <a:off x="2579597" y="6172195"/>
            <a:ext cx="1645562" cy="3166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Back to Home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6D731A-0E4C-7885-7BD8-D6A4EAA91845}"/>
              </a:ext>
            </a:extLst>
          </p:cNvPr>
          <p:cNvSpPr txBox="1"/>
          <p:nvPr/>
        </p:nvSpPr>
        <p:spPr>
          <a:xfrm>
            <a:off x="4412341" y="130632"/>
            <a:ext cx="4531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Wireframe 5 – User Profile &amp; Watchlist Part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5A38C4-D985-98D6-4C10-1BDD2968553E}"/>
              </a:ext>
            </a:extLst>
          </p:cNvPr>
          <p:cNvSpPr txBox="1"/>
          <p:nvPr/>
        </p:nvSpPr>
        <p:spPr>
          <a:xfrm>
            <a:off x="1654629" y="885373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☰ Menu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117CFA-E428-8F02-E8BC-FC2B8C32CA12}"/>
              </a:ext>
            </a:extLst>
          </p:cNvPr>
          <p:cNvSpPr txBox="1"/>
          <p:nvPr/>
        </p:nvSpPr>
        <p:spPr>
          <a:xfrm>
            <a:off x="5065485" y="870860"/>
            <a:ext cx="1418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STREAMLIST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C2D7CB-20F2-9E9C-B083-2E61B6E7B6D5}"/>
              </a:ext>
            </a:extLst>
          </p:cNvPr>
          <p:cNvSpPr txBox="1"/>
          <p:nvPr/>
        </p:nvSpPr>
        <p:spPr>
          <a:xfrm>
            <a:off x="9550400" y="870860"/>
            <a:ext cx="997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Profile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3E3DD4-C65D-F69E-C8AD-3A6859BA6676}"/>
              </a:ext>
            </a:extLst>
          </p:cNvPr>
          <p:cNvSpPr/>
          <p:nvPr/>
        </p:nvSpPr>
        <p:spPr>
          <a:xfrm>
            <a:off x="775069" y="5477533"/>
            <a:ext cx="914401" cy="2748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Details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0CAAC5-598D-F798-A524-134754667BD9}"/>
              </a:ext>
            </a:extLst>
          </p:cNvPr>
          <p:cNvSpPr txBox="1"/>
          <p:nvPr/>
        </p:nvSpPr>
        <p:spPr>
          <a:xfrm>
            <a:off x="1031196" y="3794597"/>
            <a:ext cx="1992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Recently Watched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A3D0AFD-AA9C-A240-F005-8FB138231333}"/>
              </a:ext>
            </a:extLst>
          </p:cNvPr>
          <p:cNvSpPr/>
          <p:nvPr/>
        </p:nvSpPr>
        <p:spPr>
          <a:xfrm>
            <a:off x="1133567" y="4274706"/>
            <a:ext cx="914400" cy="10828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CE658C-3A47-9B80-A03A-B1A475208583}"/>
              </a:ext>
            </a:extLst>
          </p:cNvPr>
          <p:cNvSpPr/>
          <p:nvPr/>
        </p:nvSpPr>
        <p:spPr>
          <a:xfrm>
            <a:off x="3840480" y="4274706"/>
            <a:ext cx="914400" cy="10726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3C141DC-16FA-2C67-C9F5-118080BC53B0}"/>
              </a:ext>
            </a:extLst>
          </p:cNvPr>
          <p:cNvSpPr/>
          <p:nvPr/>
        </p:nvSpPr>
        <p:spPr>
          <a:xfrm>
            <a:off x="6547393" y="4274706"/>
            <a:ext cx="914400" cy="10363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A687EB-DEB8-12B1-131A-289C101BBF61}"/>
              </a:ext>
            </a:extLst>
          </p:cNvPr>
          <p:cNvSpPr txBox="1"/>
          <p:nvPr/>
        </p:nvSpPr>
        <p:spPr>
          <a:xfrm>
            <a:off x="1181442" y="4506939"/>
            <a:ext cx="8653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 Movie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Poster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CD5D25-B10F-C282-1C1F-3F125B1D1696}"/>
              </a:ext>
            </a:extLst>
          </p:cNvPr>
          <p:cNvSpPr txBox="1"/>
          <p:nvPr/>
        </p:nvSpPr>
        <p:spPr>
          <a:xfrm>
            <a:off x="3891746" y="4477904"/>
            <a:ext cx="8195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Movie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Poster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77BF99-0ECD-9DAE-CB25-1091C8ABDF6E}"/>
              </a:ext>
            </a:extLst>
          </p:cNvPr>
          <p:cNvSpPr txBox="1"/>
          <p:nvPr/>
        </p:nvSpPr>
        <p:spPr>
          <a:xfrm>
            <a:off x="6604001" y="4532114"/>
            <a:ext cx="8142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Movie </a:t>
            </a:r>
          </a:p>
          <a:p>
            <a:pPr algn="ctr"/>
            <a:r>
              <a:rPr lang="en-US" sz="1800" dirty="0">
                <a:solidFill>
                  <a:schemeClr val="bg1"/>
                </a:solidFill>
              </a:rPr>
              <a:t>Poster</a:t>
            </a:r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4E99857-DDB3-5D6D-0EC0-E64157C8F1B1}"/>
              </a:ext>
            </a:extLst>
          </p:cNvPr>
          <p:cNvSpPr/>
          <p:nvPr/>
        </p:nvSpPr>
        <p:spPr>
          <a:xfrm>
            <a:off x="1812839" y="5482301"/>
            <a:ext cx="1487726" cy="26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Watch Again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97CC595-993B-6705-70C1-5509AE4EEADC}"/>
              </a:ext>
            </a:extLst>
          </p:cNvPr>
          <p:cNvSpPr/>
          <p:nvPr/>
        </p:nvSpPr>
        <p:spPr>
          <a:xfrm>
            <a:off x="3496502" y="5482302"/>
            <a:ext cx="914401" cy="2533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Details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6D48BAD-F464-3FF0-2F7E-0919FF0CD226}"/>
              </a:ext>
            </a:extLst>
          </p:cNvPr>
          <p:cNvSpPr/>
          <p:nvPr/>
        </p:nvSpPr>
        <p:spPr>
          <a:xfrm>
            <a:off x="6203413" y="5489334"/>
            <a:ext cx="914401" cy="2533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Details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015896-5D8E-6F02-022B-CBD389CCB06D}"/>
              </a:ext>
            </a:extLst>
          </p:cNvPr>
          <p:cNvSpPr txBox="1"/>
          <p:nvPr/>
        </p:nvSpPr>
        <p:spPr>
          <a:xfrm>
            <a:off x="1183596" y="1489511"/>
            <a:ext cx="145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My Watchlist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2B15CD-94DE-A556-8F2F-3636D4D6024B}"/>
              </a:ext>
            </a:extLst>
          </p:cNvPr>
          <p:cNvSpPr/>
          <p:nvPr/>
        </p:nvSpPr>
        <p:spPr>
          <a:xfrm>
            <a:off x="1285967" y="2012478"/>
            <a:ext cx="914400" cy="10828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F6D197-CD4C-A1E0-2F51-5372FF638B6D}"/>
              </a:ext>
            </a:extLst>
          </p:cNvPr>
          <p:cNvSpPr/>
          <p:nvPr/>
        </p:nvSpPr>
        <p:spPr>
          <a:xfrm>
            <a:off x="3992880" y="2012478"/>
            <a:ext cx="914400" cy="10726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E0F49C-14C7-7EC4-2234-7F1678AE60EE}"/>
              </a:ext>
            </a:extLst>
          </p:cNvPr>
          <p:cNvSpPr/>
          <p:nvPr/>
        </p:nvSpPr>
        <p:spPr>
          <a:xfrm>
            <a:off x="6699793" y="2012478"/>
            <a:ext cx="914400" cy="10363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CB6B7D-1B28-D7D8-F983-DB3050DE0542}"/>
              </a:ext>
            </a:extLst>
          </p:cNvPr>
          <p:cNvSpPr txBox="1"/>
          <p:nvPr/>
        </p:nvSpPr>
        <p:spPr>
          <a:xfrm>
            <a:off x="1333842" y="2244711"/>
            <a:ext cx="8653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 Movie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Poster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C23CBC-9609-F8EA-D5B6-7D686DC0A2E4}"/>
              </a:ext>
            </a:extLst>
          </p:cNvPr>
          <p:cNvSpPr txBox="1"/>
          <p:nvPr/>
        </p:nvSpPr>
        <p:spPr>
          <a:xfrm>
            <a:off x="4044146" y="2215676"/>
            <a:ext cx="8195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Movie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Poster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69452B-DA16-93F1-6D12-BA0C1A6CEF4D}"/>
              </a:ext>
            </a:extLst>
          </p:cNvPr>
          <p:cNvSpPr txBox="1"/>
          <p:nvPr/>
        </p:nvSpPr>
        <p:spPr>
          <a:xfrm>
            <a:off x="6756401" y="2269886"/>
            <a:ext cx="8142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Movie </a:t>
            </a:r>
          </a:p>
          <a:p>
            <a:pPr algn="ctr"/>
            <a:r>
              <a:rPr lang="en-US" sz="1800" dirty="0">
                <a:solidFill>
                  <a:schemeClr val="bg1"/>
                </a:solidFill>
              </a:rPr>
              <a:t>Poster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682B29-120A-1557-77E2-602FB66E75A0}"/>
              </a:ext>
            </a:extLst>
          </p:cNvPr>
          <p:cNvSpPr/>
          <p:nvPr/>
        </p:nvSpPr>
        <p:spPr>
          <a:xfrm>
            <a:off x="1850939" y="3255677"/>
            <a:ext cx="914401" cy="2533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Watch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D42509E-4396-23DF-FB4C-3E0F36479CFA}"/>
              </a:ext>
            </a:extLst>
          </p:cNvPr>
          <p:cNvSpPr/>
          <p:nvPr/>
        </p:nvSpPr>
        <p:spPr>
          <a:xfrm>
            <a:off x="7272703" y="3255677"/>
            <a:ext cx="914401" cy="2533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Watch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6DE6DE-0184-2964-ED6E-1717C4BD7096}"/>
              </a:ext>
            </a:extLst>
          </p:cNvPr>
          <p:cNvSpPr/>
          <p:nvPr/>
        </p:nvSpPr>
        <p:spPr>
          <a:xfrm>
            <a:off x="4659227" y="3255677"/>
            <a:ext cx="914401" cy="2533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Watch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C942612-F827-6189-3869-66229ED22C58}"/>
              </a:ext>
            </a:extLst>
          </p:cNvPr>
          <p:cNvSpPr/>
          <p:nvPr/>
        </p:nvSpPr>
        <p:spPr>
          <a:xfrm>
            <a:off x="3466968" y="3255677"/>
            <a:ext cx="1075180" cy="2628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Remove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9F2D682-1DA7-27B3-CAF6-B0174096CA01}"/>
              </a:ext>
            </a:extLst>
          </p:cNvPr>
          <p:cNvSpPr/>
          <p:nvPr/>
        </p:nvSpPr>
        <p:spPr>
          <a:xfrm>
            <a:off x="6062569" y="3255677"/>
            <a:ext cx="1075179" cy="2488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Remove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F8528CC-42FC-ECAF-7807-0313E53F4D43}"/>
              </a:ext>
            </a:extLst>
          </p:cNvPr>
          <p:cNvSpPr/>
          <p:nvPr/>
        </p:nvSpPr>
        <p:spPr>
          <a:xfrm>
            <a:off x="736413" y="3255678"/>
            <a:ext cx="1010092" cy="2628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Remove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3B5F611-60FD-B541-4FC4-CBF0E15DF8B0}"/>
              </a:ext>
            </a:extLst>
          </p:cNvPr>
          <p:cNvSpPr/>
          <p:nvPr/>
        </p:nvSpPr>
        <p:spPr>
          <a:xfrm>
            <a:off x="7237415" y="5491822"/>
            <a:ext cx="1487726" cy="2605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Watch Again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69FE0F4-CB46-C83D-DCD3-5B99A4DDABA9}"/>
              </a:ext>
            </a:extLst>
          </p:cNvPr>
          <p:cNvSpPr/>
          <p:nvPr/>
        </p:nvSpPr>
        <p:spPr>
          <a:xfrm>
            <a:off x="4537028" y="5477534"/>
            <a:ext cx="1487726" cy="2605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Watch Again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60B00B5-9943-E6E6-04D0-04A4D11A7DE3}"/>
              </a:ext>
            </a:extLst>
          </p:cNvPr>
          <p:cNvSpPr/>
          <p:nvPr/>
        </p:nvSpPr>
        <p:spPr>
          <a:xfrm>
            <a:off x="4603693" y="6143621"/>
            <a:ext cx="2082851" cy="3166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Continue Browsing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0069595-C621-D125-B2FC-1D90015ED3C6}"/>
              </a:ext>
            </a:extLst>
          </p:cNvPr>
          <p:cNvSpPr txBox="1"/>
          <p:nvPr/>
        </p:nvSpPr>
        <p:spPr>
          <a:xfrm>
            <a:off x="7303947" y="5986442"/>
            <a:ext cx="477374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Navigation: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Users can review saved movies, remove titles from their watchlist, revisit recently watched content, view movie details, or continue browsing the movie library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13213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561</TotalTime>
  <Words>531</Words>
  <Application>Microsoft Macintosh PowerPoint</Application>
  <PresentationFormat>Widescreen</PresentationFormat>
  <Paragraphs>179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EZTechMovie StreamList Program Design Gantt Chart &amp; Wireframes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Eraka Russell</dc:creator>
  <cp:lastModifiedBy>Eraka Russell</cp:lastModifiedBy>
  <cp:revision>38</cp:revision>
  <dcterms:created xsi:type="dcterms:W3CDTF">2026-05-23T21:57:35Z</dcterms:created>
  <dcterms:modified xsi:type="dcterms:W3CDTF">2026-08-16T23:08:48Z</dcterms:modified>
</cp:coreProperties>
</file>